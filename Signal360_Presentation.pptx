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sec — intro. Say: Signal360 is our answer to the hackathon challenge. Let me walk you through the problem, solution and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 — retailers are drowning in unstructured feedback. Highlight the 4 pains.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 — three verbs: Ingest, Analyze, Act. That's Signal360.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 — wave at each row. Top row = data intelligence. Bottom row = text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 — 5-layer pipeline. Emphasize: open-source NLP + GPT only for the report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MINUTES — Follow steps 1–6.</a:t>
            </a:r>
          </a:p>
          <a:p>
            <a:r>
              <a:t>Step 1 (30s): Show home page. Upload data.json. Watch loading spinner.</a:t>
            </a:r>
          </a:p>
          <a:p>
            <a:r>
              <a:t>Step 2 (30s): Dashboard overview — point to KPI cards, sentiment timeline.</a:t>
            </a:r>
          </a:p>
          <a:p>
            <a:r>
              <a:t>Step 3 (30s): Events tab — explain spike detection algorithm (z-score).</a:t>
            </a:r>
          </a:p>
          <a:p>
            <a:r>
              <a:t>Step 4 (30s): Text Analysis — word cloud + LDA topics.</a:t>
            </a:r>
          </a:p>
          <a:p>
            <a:r>
              <a:t>Step 5 (30s): AI Report — click Generate, explain GPT integration.</a:t>
            </a:r>
          </a:p>
          <a:p>
            <a:r>
              <a:t>Step 6 (30s): Integrations hub — show breadth of connectors.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 — pick challenges 1 and 2 to mention verbally. Judges love technical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sec — we built for demo speed, but the architecture is layered for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sec — pause, smile,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005840" cy="10058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53312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Signal360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1488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6900"/>
                </a:solidFill>
              </a:rPr>
              <a:t>AI-Powered Omni-Channel Customer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2834640"/>
            <a:ext cx="7772400" cy="36576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1D5DB"/>
                </a:solidFill>
              </a:rPr>
              <a:t>Turning Customer Signals into Intelligent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566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Problem: Customer Feedback Sentiment &amp; Trend Summarization Tool for Retailers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AI Friday Season 2  ·  TCS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88952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What retailers face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900"/>
                </a:solidFill>
              </a:rPr>
              <a:t>S360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Signal360  ·  AI Friday Season 2  ·  TCS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669280" cy="1920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73152" cy="19202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280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4151"/>
                </a:solidFill>
              </a:rPr>
              <a:t>Fragmented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719072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Reviews, surveys &amp; social media data siloed across systems — no unified 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5669280" cy="1920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188720"/>
            <a:ext cx="73152" cy="19202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280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4151"/>
                </a:solidFill>
              </a:rPr>
              <a:t>Manual &amp; Slow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719072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Analyst teams spend days reading feedback; insights arrive too late to 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5669280" cy="1920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73152" cy="19202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566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4151"/>
                </a:solidFill>
              </a:rPr>
              <a:t>Shallow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05072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Existing tools flag sentiment but miss root-cause trends and emerging 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474720"/>
            <a:ext cx="5669280" cy="1920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474720"/>
            <a:ext cx="73152" cy="19202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566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4151"/>
                </a:solidFill>
              </a:rPr>
              <a:t>No Actionable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005072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Reports lack prioritized recommendations; teams don't know what to fix first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97880"/>
            <a:ext cx="11430000" cy="6400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897880"/>
            <a:ext cx="73152" cy="64008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253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151"/>
                </a:solidFill>
              </a:rPr>
              <a:t>"There is a need for a generative AI tool that aggregates large volumes of customer feedback into concise sentiment reports, highlighting trends and concerns to guide strategic actions."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88952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Solution — Signal360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One platform. All channels. Instant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900"/>
                </a:solidFill>
              </a:rPr>
              <a:t>S360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Signal360  ·  AI Friday Season 2  ·  TCS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</a:rPr>
              <a:t>Signal360 ingests multi-channel feedback, computes real-time sentiment using NLP, detects event spikes, and generates AI-powered executive recommendations — in minutes, not 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65960"/>
            <a:ext cx="365760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3657600" cy="73152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4151"/>
                </a:solidFill>
              </a:rPr>
              <a:t>📥  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Upload any JSON feedback file or connect live APIs (Amazon, Twitter, Shopify, Salesforce)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965960"/>
            <a:ext cx="365760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965960"/>
            <a:ext cx="3657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103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4151"/>
                </a:solidFill>
              </a:rPr>
              <a:t>🧠  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TextBlob NLP + rating-weighted scoring. LDA topic modelling. Z-score event detection.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65960"/>
            <a:ext cx="365760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965960"/>
            <a:ext cx="36576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1031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4151"/>
                </a:solidFill>
              </a:rPr>
              <a:t>⚡  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517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GPT-4o-mini generates executive summaries, root-cause analysis &amp; prioritized action plans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669280"/>
            <a:ext cx="12188952" cy="8686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00"/>
                </a:solidFill>
              </a:rPr>
              <a:t>✓ 150+ records in &lt;2 sec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806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00"/>
                </a:solidFill>
              </a:rPr>
              <a:t>✓ 8 analytics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806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00"/>
                </a:solidFill>
              </a:rPr>
              <a:t>✓ 24 integration connectors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806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00"/>
                </a:solidFill>
              </a:rPr>
              <a:t>✓ GPT-4o-mini AI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88952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8 intelligence modules in one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900"/>
                </a:solidFill>
              </a:rPr>
              <a:t>S360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Signal360  ·  AI Friday Season 2  ·  TCS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2743200" cy="21031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172968"/>
            <a:ext cx="2743200" cy="73152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09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Sentiment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TextBlob NLP + rating-weighted hybrid scoring (-1 to +1)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143000"/>
            <a:ext cx="2743200" cy="21031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3172968"/>
            <a:ext cx="2743200" cy="73152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1234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1709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Event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1031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Z-score spike detection flags drop-day crashes, stock-outs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143000"/>
            <a:ext cx="2743200" cy="21031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3172968"/>
            <a:ext cx="2743200" cy="73152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234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1709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Trend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1031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Rolling issue frequency + product sentiment 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3144" y="1143000"/>
            <a:ext cx="2743200" cy="210312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53144" y="3172968"/>
            <a:ext cx="2743200" cy="73152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1234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17099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Persona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1031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Per-segment analysis: Sneakerhead, Gen Z, Athlete…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0440"/>
            <a:ext cx="27432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550408"/>
            <a:ext cx="2743200" cy="73152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611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873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Risk Forecasting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80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Linear regression sentiment forecast + rule-based risk scores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3520440"/>
            <a:ext cx="27432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64408" y="5550408"/>
            <a:ext cx="2743200" cy="73152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611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1568" y="40873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Word Cloud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4480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Sentiment-coloured word frequency from all feedback 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8776" y="3520440"/>
            <a:ext cx="27432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8776" y="5550408"/>
            <a:ext cx="2743200" cy="73152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5936" y="3611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5936" y="40873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Topic Modeling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4480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LDA discovers hidden themes; configurable 4–6 topics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53144" y="3520440"/>
            <a:ext cx="27432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53144" y="5550408"/>
            <a:ext cx="2743200" cy="73152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90304" y="3611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0304" y="40873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AI Recommendations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0304" y="44805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GPT-4o-mini executive report with root-cause &amp;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88952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Controller–Service–Repository pattern on FastAPI +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900"/>
                </a:solidFill>
              </a:rPr>
              <a:t>S360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Signal360  ·  AI Friday Season 2  ·  TCS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2148840" cy="41148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0972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4592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64008" cy="685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Amazon Reviews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6888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64008" cy="685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Twitter/X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9184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91840"/>
            <a:ext cx="64008" cy="685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Shopify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11480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114800"/>
            <a:ext cx="64008" cy="685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Survey JSON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93776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37760"/>
            <a:ext cx="64008" cy="6858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Store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2651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90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15184" y="1097280"/>
            <a:ext cx="214884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15184" y="10972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INGESTION &amp; NLP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60903" y="164592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60903" y="1645920"/>
            <a:ext cx="64008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98064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JSON Normalizer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60903" y="246888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60903" y="2468880"/>
            <a:ext cx="64008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98064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TextBlob Sentiment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60903" y="329184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60903" y="3291840"/>
            <a:ext cx="64008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98064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Rating Weighting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3" y="411480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60903" y="4114800"/>
            <a:ext cx="64008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98064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NLTK Tokenizer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4024" y="2651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900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1097280"/>
            <a:ext cx="214884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56048" y="10972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INTELLIGENCE LAYER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01768" y="164592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01768" y="1645920"/>
            <a:ext cx="64008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38928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Event Spike Detect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01768" y="246888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01768" y="2468880"/>
            <a:ext cx="64008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38928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LDA Topic Model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01768" y="329184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01768" y="3291840"/>
            <a:ext cx="64008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38928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Persona Grouping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01768" y="411480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01768" y="4114800"/>
            <a:ext cx="64008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38928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Risk Forecaster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04888" y="2651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900"/>
                </a:solidFill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96912" y="1097280"/>
            <a:ext cx="2148840" cy="4114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10972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AGENT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42631" y="164592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42631" y="1645920"/>
            <a:ext cx="64008" cy="6858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79792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GPT-4o-mini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42631" y="246888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42631" y="2468880"/>
            <a:ext cx="64008" cy="6858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79792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LangChain Tools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42631" y="329184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42631" y="3291840"/>
            <a:ext cx="64008" cy="6858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79792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Executive Report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42631" y="411480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42631" y="4114800"/>
            <a:ext cx="64008" cy="6858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79792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Action Plan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45752" y="26517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900"/>
                </a:solidFill>
              </a:rPr>
              <a:t>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37776" y="1097280"/>
            <a:ext cx="2148840" cy="4114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37776" y="10972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FRONTEND (React)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83496" y="164592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683496" y="1645920"/>
            <a:ext cx="64008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20656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Dashboard Tabs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83496" y="246888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683496" y="2468880"/>
            <a:ext cx="64008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20656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Recharts Viz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83496" y="329184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683496" y="3291840"/>
            <a:ext cx="64008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20656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Word Cloud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83496" y="4114800"/>
            <a:ext cx="20574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683496" y="4114800"/>
            <a:ext cx="64008" cy="685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820656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Integration Hub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217920"/>
            <a:ext cx="12188952" cy="502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8288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00"/>
                </a:solidFill>
              </a:rPr>
              <a:t>FastAPI  ·  Uvicorn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6032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00"/>
                </a:solidFill>
              </a:rPr>
              <a:t>TextBlob  ·  sklearn LDA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3776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00"/>
                </a:solidFill>
              </a:rPr>
              <a:t>LangChain  ·  GPT-4o-mini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00"/>
                </a:solidFill>
              </a:rPr>
              <a:t>React 18  ·  TypeScript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92640" y="6263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00"/>
                </a:solidFill>
              </a:rPr>
              <a:t>Recharts  ·  Tailwind CSS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6900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3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246120"/>
            <a:ext cx="8531352" cy="36576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Home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764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Upload Nike feedback JSON file  →  Drag-drop or click-to-browse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Overview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280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KPI cards: 150 records, avg sentiment, alerts  →  Sentiment timeline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59"/>
            <a:ext cx="502920" cy="5029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6235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Events Tab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795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Detected SNKRS drop-day spike (Mar 14–18): app_crash + stock_out cluster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520440"/>
            <a:ext cx="502920" cy="5029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Text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7764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Word cloud (sentiment coloured)  +  LDA topics (App, Delivery, Pricing…)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572000"/>
            <a:ext cx="502920" cy="5029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Report Tab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8280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Generate GPT-4o-mini executive report  →  Root cause + action 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623559"/>
            <a:ext cx="502920" cy="5029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6235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Integrations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8795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Show 24-connector hub: Salesforce, Slack, Snowflake, Shopify…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Signal360  ·  AI Friday Season 2  ·  TCS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647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88952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Challenges &amp; How We Solved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097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900"/>
                </a:solidFill>
              </a:rPr>
              <a:t>S360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Signal360  ·  AI Friday Season 2  ·  TCS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47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6 / 8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2560320" cy="21945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73152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⚡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087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No pre-labeled sentiment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9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097280"/>
            <a:ext cx="2560320" cy="21945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097280"/>
            <a:ext cx="73152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170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✓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5087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Hybrid scoring: TextBlob polarity (70%) + star rating signal (30%) gives context-aware scores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097280"/>
            <a:ext cx="2560320" cy="21945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097280"/>
            <a:ext cx="73152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170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⚡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5087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Detecting events without domain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90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097280"/>
            <a:ext cx="2560320" cy="21945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097280"/>
            <a:ext cx="73152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170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✓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15087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Z-score spike detection on daily negative-feedback counts; flags &gt;2σ automatically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657600"/>
            <a:ext cx="2560320" cy="21945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657600"/>
            <a:ext cx="73152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730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⚡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069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LLM latency blocking the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480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90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3657600"/>
            <a:ext cx="2560320" cy="21945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46120" y="3657600"/>
            <a:ext cx="73152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3730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✓ 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069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LangChain tools pre-compute analytics; GPT only synthesizes text — keeps response &lt;8 sec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657600"/>
            <a:ext cx="2560320" cy="21945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657600"/>
            <a:ext cx="73152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730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⚡ CHALLENGE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069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Corporate SSL / package conflicts on Windows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44805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900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3657600"/>
            <a:ext cx="2560320" cy="21945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89720" y="3657600"/>
            <a:ext cx="73152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3730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✓ SOLUTION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40690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Pinned dependency versions; CSS word cloud avoids binary packages; tempfile upload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88952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Scalability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From hackathon prototype to enterprise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1097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900"/>
                </a:solidFill>
              </a:rPr>
              <a:t>S360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4768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Signal360  ·  AI Friday Season 2  ·  TCS Hackathon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647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7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303520" cy="47548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5303520" cy="457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155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📦  TODAY  (Prototype)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In-memory Python store (list)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500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TextBlob lexicon-based NLP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0837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150–1,000 feedback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667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Single-user session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251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Manual file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834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CSS word cloud (no extra deps)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5392" y="1097280"/>
            <a:ext cx="5303520" cy="47548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65392" y="1097280"/>
            <a:ext cx="5303520" cy="4572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11155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🚀  PRODUCTION  (Roadmap)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1691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✦  PostgreSQL + Redis cache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23500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✦  BERT / fine-tuned transformer NLP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300837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✦  Millions of records via async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36667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✦  Multi-tenant SaaS with 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43251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✦  Live API connectors (Twitter, Shopify)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49834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✦  Real-time streaming (Kafka + Flink)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108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900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F6900"/>
                </a:solidFill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474720"/>
            <a:ext cx="7616952" cy="36576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900"/>
                </a:solidFill>
              </a:rPr>
              <a:t>150+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51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Records Analysed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900"/>
                </a:solidFill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4251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Analytics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900"/>
                </a:solidFill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51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900"/>
                </a:solidFill>
              </a:rPr>
              <a:t>&lt;2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251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Insight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Signal360  ·  AI Friday Season 2  ·  TCS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